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--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/>
              <a:t>RepoDoctor Analysis Report</a:t>
            </a:r>
          </a:p>
        </p:txBody>
      </p:sp>
      <!-- Content --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Font typeface="Arial"/>
              <a:buChar char="•"/>
            </a:pPr>
            <a:r>
              <a:rPr lang="en-US" sz="1800" dirty="0" smtClean="0"/>
              <a:t>Repository: RepoDoc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Path: /Users/tanishjain/carrer/mainprojects/repodoc/RepoDoc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Analysis Date: 2026-09-19 19:33:16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Generated by RepoDoctor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--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/>
              <a:t>Project Overview</a:t>
            </a:r>
          </a:p>
        </p:txBody>
      </p:sp>
      <!-- Content --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Font typeface="Arial"/>
              <a:buChar char="•"/>
            </a:pPr>
            <a:r>
              <a:rPr lang="en-US" sz="1800" dirty="0" smtClean="0"/>
              <a:t>Total Files: 78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Total Lines of Code: 8,949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Languages Detected: 3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Primary Languages: Python, Markdown, YAML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--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/>
              <a:t>Code Statistics</a:t>
            </a:r>
          </a:p>
        </p:txBody>
      </p:sp>
      <!-- Content --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Font typeface="Arial"/>
              <a:buChar char="•"/>
            </a:pPr>
            <a:r>
              <a:rPr lang="en-US" sz="1800" dirty="0" smtClean="0"/>
              <a:t>Code Lines: 6,703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Comment Lines: 707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Blank Lines: 1,539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Total Functions: 230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Total Classes: 42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--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/>
              <a:t>Project Architecture</a:t>
            </a:r>
          </a:p>
        </p:txBody>
      </p:sp>
      <!-- Content --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Font typeface="Arial"/>
              <a:buChar char="•"/>
            </a:pPr>
            <a:r>
              <a:rPr lang="en-US" sz="1800" dirty="0" smtClean="0"/>
              <a:t>README Present: Yes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Tests Directory: Yes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.gitignore Present: Yes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License File: No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Git Repository: Active (feat-v2-enterprise branch)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--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/>
              <a:t>Code Quality</a:t>
            </a:r>
          </a:p>
        </p:txBody>
      </p:sp>
      <!-- Content --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Font typeface="Arial"/>
              <a:buChar char="•"/>
            </a:pPr>
            <a:r>
              <a:rPr lang="en-US" sz="1800" dirty="0" smtClean="0"/>
              <a:t>Health Score: 18/100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TODO/FIXME Markers: 39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Duplicate Code Blocks: 31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High Complexity Files: 19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Overall Status: Critical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--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/>
              <a:t>Security Analysis</a:t>
            </a:r>
          </a:p>
        </p:txBody>
      </p:sp>
      <!-- Content --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Font typeface="Arial"/>
              <a:buChar char="•"/>
            </a:pPr>
            <a:r>
              <a:rPr lang="en-US" sz="1800" dirty="0" smtClean="0"/>
              <a:t>Security Findings: 2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Potential secrets detected: 2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Review required for credential exposure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Check .env files and API keys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Note: Automated scan has limitations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--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/>
              <a:t>Recommendations</a:t>
            </a:r>
          </a:p>
        </p:txBody>
      </p:sp>
      <!-- Content --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Font typeface="Arial"/>
              <a:buChar char="•"/>
            </a:pPr>
            <a:r>
              <a:rPr lang="en-US" sz="1800" dirty="0" smtClean="0"/>
              <a:t>Address 39 TODO/FIXME items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Refactor duplicate code blocks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Review and secure exposed credentials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--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smtClean="0"/>
              <a:t>Summary</a:t>
            </a:r>
          </a:p>
        </p:txBody>
      </p:sp>
      <!-- Content --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>
              <a:buFont typeface="Arial"/>
              <a:buChar char="•"/>
            </a:pPr>
            <a:r>
              <a:rPr lang="en-US" sz="1800" dirty="0" smtClean="0"/>
              <a:t>Final Health Score: 18/100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Total Files Analyzed: 78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Analysis Complete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/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Thank you for using RepoDoctor!</a:t>
            </a:r>
          </a:p>
          <a:p>
            <a:pPr lvl="0">
              <a:buFont typeface="Arial"/>
              <a:buChar char="•"/>
            </a:pPr>
            <a:r>
              <a:rPr lang="en-US" sz="1800" dirty="0" smtClean="0"/>
              <a:t>For more information, run: repodoctor --help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</a:majorFont>
      <a:minorFont>
        <a:latin typeface="Calibri"/>
      </a:minorFont>
    </a:fontScheme>
    <a:fmtScheme name="Office">
      <a:fillStyleLst/>
      <a:lnStyleLst/>
      <a:effectStyleLst/>
      <a:bgFillStyleLst/>
    </a:fmtScheme>
  </a:themeElements>
</a:theme>
</file>